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embeddedFontLst>
    <p:embeddedFont>
      <p:font typeface="Raleway" pitchFamily="2" charset="0"/>
      <p:regular r:id="rId26"/>
      <p:bold r:id="rId27"/>
    </p:embeddedFont>
    <p:embeddedFont>
      <p:font typeface="Roboto" panose="02000000000000000000" pitchFamily="2" charset="0"/>
      <p:regular r:id="rId28"/>
    </p:embeddedFont>
    <p:embeddedFont>
      <p:font typeface="Roboto Bold" panose="02000000000000000000" charset="0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04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3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6.svg"/><Relationship Id="rId4" Type="http://schemas.openxmlformats.org/officeDocument/2006/relationships/image" Target="../media/image55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svg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928" y="1281311"/>
            <a:ext cx="9261839" cy="29061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40005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661475" y="49859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An-Nusrah Foundation Web Portal</a:t>
            </a:r>
            <a:endParaRPr lang="en-US" sz="3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FA45E9-C65D-3638-C914-6CBF65039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8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Team &amp; Supervision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5555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Meet the dedicated students and their esteemed faculty mentors driving the development of this Final Year Project.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259608"/>
            <a:ext cx="52037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Development Team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2803029"/>
            <a:ext cx="5203794" cy="171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Umma Salma Jarin 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0272220005101105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Trisna Pual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0272220005101108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Warisul Akter Emon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0272220005101110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Subarna Biswas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0272220005101135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259608"/>
            <a:ext cx="52037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Academic Supervision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332776" y="2803029"/>
            <a:ext cx="5203794" cy="171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Supervisor: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Md. Al Amin Mridha, Lecturer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Co-Supervisor: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Md. Ajharul Islam Miraj, Lecturer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976416"/>
            <a:ext cx="10868745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Department of Computer Science and Engineering</a:t>
            </a:r>
            <a:endParaRPr lang="en-US" sz="22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City University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1475" y="59687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C97372-DF95-2587-445A-D9C1E03C9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82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472234"/>
            <a:ext cx="283461" cy="2834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425005"/>
            <a:ext cx="1869532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2329" y="2472234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95737" y="2425005"/>
            <a:ext cx="1869532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Statement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606105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5723" y="3558877"/>
            <a:ext cx="1869532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</a:t>
            </a:r>
            <a:endParaRPr lang="en-US" sz="1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2329" y="3606105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995737" y="3558877"/>
            <a:ext cx="1869532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Features</a:t>
            </a:r>
            <a:endParaRPr lang="en-US" sz="1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4598392"/>
            <a:ext cx="283461" cy="2834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75723" y="4551164"/>
            <a:ext cx="1869532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</a:t>
            </a:r>
            <a:endParaRPr lang="en-US" sz="18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2329" y="4598392"/>
            <a:ext cx="283461" cy="2834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3995737" y="4551164"/>
            <a:ext cx="1869532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Website Layout Overview</a:t>
            </a:r>
            <a:endParaRPr lang="en-US" sz="18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616" y="2472234"/>
            <a:ext cx="283461" cy="28346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947024" y="2425005"/>
            <a:ext cx="1869532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Architecture</a:t>
            </a:r>
            <a:endParaRPr lang="en-US" sz="185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3630" y="2472234"/>
            <a:ext cx="283461" cy="28346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667038" y="2425005"/>
            <a:ext cx="1869532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Flow Chart</a:t>
            </a:r>
            <a:endParaRPr lang="en-US" sz="18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616" y="3606105"/>
            <a:ext cx="283461" cy="283468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6947024" y="3558877"/>
            <a:ext cx="1869532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 Diagram</a:t>
            </a:r>
            <a:endParaRPr lang="en-US" sz="185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3630" y="3606105"/>
            <a:ext cx="283461" cy="28346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9667038" y="3558877"/>
            <a:ext cx="1869532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Work</a:t>
            </a:r>
            <a:endParaRPr lang="en-US" sz="185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616" y="4598392"/>
            <a:ext cx="283461" cy="283468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6947024" y="4551164"/>
            <a:ext cx="1869532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Integration</a:t>
            </a:r>
            <a:endParaRPr lang="en-US" sz="185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3630" y="4598392"/>
            <a:ext cx="283461" cy="283468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9667038" y="4551164"/>
            <a:ext cx="1869532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</a:t>
            </a:r>
            <a:endParaRPr lang="en-US" sz="18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C6511D-849C-E894-D522-ABB71F042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9985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Introducing the An-Nusrah Foundation System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68526"/>
            <a:ext cx="10868745" cy="1889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An-Nusrah Foundation System is a web-based platform designed to integrate madrasah education management with Islamic donation processes. This innovative solution addresses the challenges of traditional manual systems in Bangladesh, which often lead to inefficiency and a lack of transparency. The platform streamlines Zakat calculation and donation, inspired by the best practices of the As-Sunah Foundation, to ensure a more organized, efficient, and impactful charitable giving experience.</a:t>
            </a:r>
            <a:endParaRPr lang="en-US" sz="1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2E48A-D2C5-AAC6-6B74-729CDED7F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88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Literature Review &amp; Existing Systems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3750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solutions for educational management and donation administration often operate independently, leading to operational complexities and inefficiencies that require multiple software solutions.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54970"/>
            <a:ext cx="3496877" cy="291663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8183" y="2618879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5881" y="3236416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Educational Management System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75881" y="3940373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Automates student registration, attendance, examinations, fee collection, and academic reporting.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454970"/>
            <a:ext cx="3496877" cy="2916634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4067" y="2618879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61766" y="3236416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Donation Management System</a:t>
            </a:r>
            <a:endParaRPr lang="en-US" sz="1850" dirty="0"/>
          </a:p>
        </p:txBody>
      </p:sp>
      <p:sp>
        <p:nvSpPr>
          <p:cNvPr id="11" name="Text 5"/>
          <p:cNvSpPr/>
          <p:nvPr/>
        </p:nvSpPr>
        <p:spPr>
          <a:xfrm>
            <a:off x="4561766" y="3940373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Focuses on online donations, donor records, campaign management, payment tracking, and financial reporting.</a:t>
            </a:r>
            <a:endParaRPr lang="en-US" sz="14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454970"/>
            <a:ext cx="3496877" cy="2916634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9952" y="2618879"/>
            <a:ext cx="283461" cy="2834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47650" y="323641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An-Nusrah Portal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8247650" y="3645098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Integrates educational management, charity administration, financial reporting, and Islamic digital services into one centralized platform.</a:t>
            </a:r>
            <a:endParaRPr lang="en-US" sz="1450" dirty="0"/>
          </a:p>
        </p:txBody>
      </p:sp>
      <p:sp>
        <p:nvSpPr>
          <p:cNvPr id="16" name="Text 8"/>
          <p:cNvSpPr/>
          <p:nvPr/>
        </p:nvSpPr>
        <p:spPr>
          <a:xfrm>
            <a:off x="661475" y="558423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An-Nusrah Foundation Web Portal addresses these gaps by offering an integrated platform that enhances transparency, simplifies operations, and boosts overall efficiency through a unified system.</a:t>
            </a:r>
            <a:endParaRPr lang="en-US" sz="14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69C5CB-C093-F2DC-B516-52EC65903E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63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25005"/>
            <a:ext cx="1358568" cy="673298"/>
          </a:xfrm>
          <a:prstGeom prst="roundRect">
            <a:avLst>
              <a:gd name="adj" fmla="val 11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859" y="2628702"/>
            <a:ext cx="265800" cy="265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09050" y="2614017"/>
            <a:ext cx="9132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Student Record Management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2114497" y="3085604"/>
            <a:ext cx="9321269" cy="12700"/>
          </a:xfrm>
          <a:prstGeom prst="roundRect">
            <a:avLst>
              <a:gd name="adj" fmla="val 625100"/>
            </a:avLst>
          </a:prstGeom>
          <a:solidFill>
            <a:srgbClr val="C7C7D0"/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3192760"/>
            <a:ext cx="2717137" cy="673298"/>
          </a:xfrm>
          <a:prstGeom prst="roundRect">
            <a:avLst>
              <a:gd name="adj" fmla="val 11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7093" y="3396456"/>
            <a:ext cx="265800" cy="2658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67619" y="3381772"/>
            <a:ext cx="77735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Inefficient Monthly Fee Tracking</a:t>
            </a:r>
            <a:endParaRPr lang="en-US" sz="1850" dirty="0"/>
          </a:p>
        </p:txBody>
      </p:sp>
      <p:sp>
        <p:nvSpPr>
          <p:cNvPr id="10" name="Shape 6"/>
          <p:cNvSpPr/>
          <p:nvPr/>
        </p:nvSpPr>
        <p:spPr>
          <a:xfrm>
            <a:off x="3473065" y="3853359"/>
            <a:ext cx="7962701" cy="12700"/>
          </a:xfrm>
          <a:prstGeom prst="roundRect">
            <a:avLst>
              <a:gd name="adj" fmla="val 625100"/>
            </a:avLst>
          </a:prstGeom>
          <a:solidFill>
            <a:srgbClr val="C7C7D0"/>
          </a:solidFill>
          <a:ln/>
        </p:spPr>
      </p:sp>
      <p:sp>
        <p:nvSpPr>
          <p:cNvPr id="11" name="Shape 7"/>
          <p:cNvSpPr/>
          <p:nvPr/>
        </p:nvSpPr>
        <p:spPr>
          <a:xfrm>
            <a:off x="661475" y="3960515"/>
            <a:ext cx="4075705" cy="673298"/>
          </a:xfrm>
          <a:prstGeom prst="roundRect">
            <a:avLst>
              <a:gd name="adj" fmla="val 11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6427" y="4164211"/>
            <a:ext cx="265800" cy="2658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26187" y="4149527"/>
            <a:ext cx="64150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Lack of Donation Transparency</a:t>
            </a:r>
            <a:endParaRPr lang="en-US" sz="1850" dirty="0"/>
          </a:p>
        </p:txBody>
      </p:sp>
      <p:sp>
        <p:nvSpPr>
          <p:cNvPr id="14" name="Shape 9"/>
          <p:cNvSpPr/>
          <p:nvPr/>
        </p:nvSpPr>
        <p:spPr>
          <a:xfrm>
            <a:off x="4831634" y="4621113"/>
            <a:ext cx="6604132" cy="12700"/>
          </a:xfrm>
          <a:prstGeom prst="roundRect">
            <a:avLst>
              <a:gd name="adj" fmla="val 625100"/>
            </a:avLst>
          </a:prstGeom>
          <a:solidFill>
            <a:srgbClr val="C7C7D0"/>
          </a:solidFill>
          <a:ln/>
        </p:spPr>
      </p:sp>
      <p:sp>
        <p:nvSpPr>
          <p:cNvPr id="15" name="Shape 10"/>
          <p:cNvSpPr/>
          <p:nvPr/>
        </p:nvSpPr>
        <p:spPr>
          <a:xfrm>
            <a:off x="661475" y="4728270"/>
            <a:ext cx="5434373" cy="673298"/>
          </a:xfrm>
          <a:prstGeom prst="roundRect">
            <a:avLst>
              <a:gd name="adj" fmla="val 11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5761" y="4931966"/>
            <a:ext cx="265800" cy="26580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84854" y="4917281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Integrated Digital Platform</a:t>
            </a:r>
            <a:endParaRPr lang="en-US" sz="1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2DB37F9-402F-C378-CCE0-D219BA9C4D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91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 of the Project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57822"/>
            <a:ext cx="10868745" cy="685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6832" y="2453184"/>
            <a:ext cx="104780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 develop a centralized web-based management system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32832"/>
            <a:ext cx="10868745" cy="6859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6832" y="3328194"/>
            <a:ext cx="104780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 create a structured and transparent donation management system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07842"/>
            <a:ext cx="10868745" cy="6859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6832" y="4203204"/>
            <a:ext cx="104780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 automate student information and fee management processes</a:t>
            </a:r>
            <a:endParaRPr lang="en-US" sz="1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882852"/>
            <a:ext cx="10868745" cy="68599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6832" y="5078214"/>
            <a:ext cx="104780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 implement a Shariah-compliant Zakat calculation feature</a:t>
            </a:r>
            <a:endParaRPr lang="en-US" sz="1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59609D-DE40-ABA7-0E29-97C37DA6A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92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 System Features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26009"/>
            <a:ext cx="2436652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1782663"/>
            <a:ext cx="281942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MANAGEMENT FEATURES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25774"/>
            <a:ext cx="3316205" cy="113407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933" y="2651026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31909" y="2440186"/>
            <a:ext cx="21313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Donation Management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48856"/>
            <a:ext cx="3316205" cy="113407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933" y="3974108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31909" y="3763268"/>
            <a:ext cx="21313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Zakat Management</a:t>
            </a:r>
            <a:endParaRPr lang="en-US" sz="1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871938"/>
            <a:ext cx="3316205" cy="1134070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933" y="5297190"/>
            <a:ext cx="283461" cy="2834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631909" y="5086350"/>
            <a:ext cx="21313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Islamic Library</a:t>
            </a:r>
            <a:endParaRPr lang="en-US" sz="1850" dirty="0"/>
          </a:p>
        </p:txBody>
      </p:sp>
      <p:sp>
        <p:nvSpPr>
          <p:cNvPr id="14" name="Shape 6"/>
          <p:cNvSpPr/>
          <p:nvPr/>
        </p:nvSpPr>
        <p:spPr>
          <a:xfrm>
            <a:off x="4445186" y="1726009"/>
            <a:ext cx="2513148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15" name="Text 7"/>
          <p:cNvSpPr/>
          <p:nvPr/>
        </p:nvSpPr>
        <p:spPr>
          <a:xfrm>
            <a:off x="4558591" y="1782663"/>
            <a:ext cx="289592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&amp; COMMUNITY SERVICES</a:t>
            </a:r>
            <a:endParaRPr lang="en-US" sz="11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186" y="2225774"/>
            <a:ext cx="3315014" cy="113407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3645" y="2651026"/>
            <a:ext cx="283461" cy="28346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415621" y="2440186"/>
            <a:ext cx="213017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Prayer Times</a:t>
            </a:r>
            <a:endParaRPr lang="en-US" sz="18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186" y="3548856"/>
            <a:ext cx="3315014" cy="1134070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3645" y="3974108"/>
            <a:ext cx="283461" cy="283468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5415621" y="3763268"/>
            <a:ext cx="213017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Qibla Compass</a:t>
            </a:r>
            <a:endParaRPr lang="en-US" sz="185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186" y="4871938"/>
            <a:ext cx="3315014" cy="113407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03645" y="5297190"/>
            <a:ext cx="283461" cy="283468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5415621" y="5086350"/>
            <a:ext cx="213017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Mosque Finder</a:t>
            </a:r>
            <a:endParaRPr lang="en-US" sz="1850" dirty="0"/>
          </a:p>
        </p:txBody>
      </p:sp>
      <p:sp>
        <p:nvSpPr>
          <p:cNvPr id="25" name="Shape 11"/>
          <p:cNvSpPr/>
          <p:nvPr/>
        </p:nvSpPr>
        <p:spPr>
          <a:xfrm>
            <a:off x="8227707" y="1726009"/>
            <a:ext cx="1749480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26" name="Text 12"/>
          <p:cNvSpPr/>
          <p:nvPr/>
        </p:nvSpPr>
        <p:spPr>
          <a:xfrm>
            <a:off x="8341112" y="1782663"/>
            <a:ext cx="213225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PLATFORM FEATURES</a:t>
            </a:r>
            <a:endParaRPr lang="en-US" sz="115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7707" y="2225774"/>
            <a:ext cx="3315014" cy="1134070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86166" y="2651026"/>
            <a:ext cx="283461" cy="283468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9198142" y="2440186"/>
            <a:ext cx="213017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Authentication</a:t>
            </a:r>
            <a:endParaRPr lang="en-US" sz="1850" dirty="0"/>
          </a:p>
        </p:txBody>
      </p:sp>
      <p:pic>
        <p:nvPicPr>
          <p:cNvPr id="30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7707" y="3548856"/>
            <a:ext cx="3315014" cy="1134070"/>
          </a:xfrm>
          <a:prstGeom prst="rect">
            <a:avLst/>
          </a:prstGeom>
        </p:spPr>
      </p:pic>
      <p:pic>
        <p:nvPicPr>
          <p:cNvPr id="31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86166" y="3974108"/>
            <a:ext cx="283461" cy="283468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9198142" y="3763268"/>
            <a:ext cx="213017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Responsive Design</a:t>
            </a:r>
            <a:endParaRPr lang="en-US" sz="1850" dirty="0"/>
          </a:p>
        </p:txBody>
      </p:sp>
      <p:pic>
        <p:nvPicPr>
          <p:cNvPr id="33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7707" y="4871938"/>
            <a:ext cx="3315014" cy="113407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86166" y="5297190"/>
            <a:ext cx="283461" cy="283468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9198142" y="5086350"/>
            <a:ext cx="213017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Online Payment (SSLCommerz)</a:t>
            </a:r>
            <a:endParaRPr lang="en-US" sz="18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9A2D95-12A6-5242-9BF6-CC608D25A9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8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9850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carefully selected technology stack ensures scalability, security, responsiveness, and maintainability.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185" y="2013545"/>
            <a:ext cx="873202" cy="873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123009"/>
            <a:ext cx="19847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531691"/>
            <a:ext cx="19847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React.js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1" y="2013545"/>
            <a:ext cx="873202" cy="8732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82431" y="3123009"/>
            <a:ext cx="19847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2882431" y="3531691"/>
            <a:ext cx="19847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Tailwind CSS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9097" y="2013545"/>
            <a:ext cx="873302" cy="8733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03387" y="3123109"/>
            <a:ext cx="19848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5103387" y="3531791"/>
            <a:ext cx="19848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153" y="2013545"/>
            <a:ext cx="873202" cy="8732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24443" y="3123009"/>
            <a:ext cx="19847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7324443" y="3531691"/>
            <a:ext cx="19847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Express.js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1109" y="2013545"/>
            <a:ext cx="873302" cy="8733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45399" y="3123109"/>
            <a:ext cx="19848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9545399" y="3531791"/>
            <a:ext cx="19848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7614" y="4212233"/>
            <a:ext cx="873302" cy="87332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771903" y="5321796"/>
            <a:ext cx="19848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Authentication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1771903" y="5730478"/>
            <a:ext cx="19848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</a:t>
            </a:r>
            <a:endParaRPr lang="en-US" sz="14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8669" y="4212233"/>
            <a:ext cx="873202" cy="87322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92959" y="5321697"/>
            <a:ext cx="19847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Gateway</a:t>
            </a:r>
            <a:endParaRPr lang="en-US" sz="1850" dirty="0"/>
          </a:p>
        </p:txBody>
      </p:sp>
      <p:sp>
        <p:nvSpPr>
          <p:cNvPr id="24" name="Text 15"/>
          <p:cNvSpPr/>
          <p:nvPr/>
        </p:nvSpPr>
        <p:spPr>
          <a:xfrm>
            <a:off x="3992959" y="5730379"/>
            <a:ext cx="19847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SSLCommerz</a:t>
            </a:r>
            <a:endParaRPr lang="en-US" sz="14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9625" y="4212233"/>
            <a:ext cx="873202" cy="87322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213915" y="5321697"/>
            <a:ext cx="198472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Development Tools</a:t>
            </a:r>
            <a:endParaRPr lang="en-US" sz="1850" dirty="0"/>
          </a:p>
        </p:txBody>
      </p:sp>
      <p:sp>
        <p:nvSpPr>
          <p:cNvPr id="27" name="Text 17"/>
          <p:cNvSpPr/>
          <p:nvPr/>
        </p:nvSpPr>
        <p:spPr>
          <a:xfrm>
            <a:off x="6213915" y="6025654"/>
            <a:ext cx="19847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</a:t>
            </a:r>
            <a:endParaRPr lang="en-US" sz="145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0581" y="4212233"/>
            <a:ext cx="873302" cy="87332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434871" y="5321796"/>
            <a:ext cx="19848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Version Control GitHub</a:t>
            </a:r>
            <a:endParaRPr lang="en-US" sz="18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CC87F10-A3DE-B602-063D-9F26305B5E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6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Website Overview - Home Page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070" y="1496318"/>
            <a:ext cx="5145455" cy="4833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871163-CD88-7508-6E79-31D8B3A47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94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Website Overview - Donation Page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86173"/>
            <a:ext cx="3316205" cy="355977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794" y="2086173"/>
            <a:ext cx="3139798" cy="355193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9810" y="2086173"/>
            <a:ext cx="2530709" cy="3545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86C5F7-1E94-F6BC-B274-42FE77C810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7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Website Overview - Donation Page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49" y="1654473"/>
            <a:ext cx="2929757" cy="442307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186" y="1654473"/>
            <a:ext cx="3315014" cy="424527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624" y="1654473"/>
            <a:ext cx="2205181" cy="44093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509C16-8A7C-1CC9-F0CC-D71A04A97A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1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Website Overview - Zakat Page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92" y="1614884"/>
            <a:ext cx="4347359" cy="450175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445" y="1614884"/>
            <a:ext cx="4284357" cy="45023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DE8006-2479-8AE7-FE98-2FC8A6A90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40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Website Overview - Admin Panel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80778"/>
            <a:ext cx="3315014" cy="417046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96" y="1780778"/>
            <a:ext cx="3315014" cy="3832126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517" y="1780778"/>
            <a:ext cx="3315014" cy="3309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00901F-D1E3-CE2D-E361-EF65FABF6D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7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Website Overview - Islamic Tools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661" y="1613495"/>
            <a:ext cx="4263323" cy="450512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742" y="1613495"/>
            <a:ext cx="3979862" cy="4490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16F351-C178-208E-0601-36DD0F090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48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Website Overview - Islamic Tools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36229"/>
            <a:ext cx="5203794" cy="423277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143" y="1736229"/>
            <a:ext cx="4840960" cy="42596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8FAE20-42C5-4713-C0AC-FA9BE4BF32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219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20863"/>
            <a:ext cx="2575357" cy="41849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035274"/>
            <a:ext cx="2044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USERS LAYER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443956"/>
            <a:ext cx="204494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Administrator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Visitor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839" y="1820863"/>
            <a:ext cx="2575456" cy="41849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41842" y="2035274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PRESENTATION LAYER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741842" y="2739231"/>
            <a:ext cx="2045046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React.js Frontend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Responsive User Interface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1820863"/>
            <a:ext cx="2575456" cy="41849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6305" y="2035274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 LAYER (REST API)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506305" y="2739231"/>
            <a:ext cx="2045046" cy="305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Express.js Backend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(JWT)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Logic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Donation Management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Zakat Management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Islamic Digital Services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4764" y="1820863"/>
            <a:ext cx="2575456" cy="41849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70768" y="2035274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MONGODB DATABASE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270768" y="2739231"/>
            <a:ext cx="2045046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Payments</a:t>
            </a:r>
            <a:endParaRPr lang="en-US" sz="1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A260FAC-88B1-22B7-0A95-E4ADAECD4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6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Flow Chart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886" y="1631355"/>
            <a:ext cx="1596092" cy="39968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6682" y="5840809"/>
            <a:ext cx="3924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Donation Process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371" y="1631355"/>
            <a:ext cx="1764164" cy="3960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39203" y="5804595"/>
            <a:ext cx="3924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Zakat Calculation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127" y="1631355"/>
            <a:ext cx="3013793" cy="3967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21724" y="5811143"/>
            <a:ext cx="3924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 Management System </a:t>
            </a:r>
            <a:endParaRPr lang="en-US" sz="1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B371A6-F449-2867-DE43-5A1B5B469A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38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ER-Diagram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22500"/>
            <a:ext cx="10868547" cy="2866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0175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BF1D04-CB5C-539A-9DCB-A12ADEA64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57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Integration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14438"/>
            <a:ext cx="10868745" cy="1139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4888" y="2228850"/>
            <a:ext cx="104399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Mobile Financial Services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064888" y="2637532"/>
            <a:ext cx="104399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with bKash, Nagad, and Rocket for Bangladesh donors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36" y="3343374"/>
            <a:ext cx="10585284" cy="11399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8349" y="3557786"/>
            <a:ext cx="101564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Online Banking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348349" y="3966468"/>
            <a:ext cx="1015647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bank transfers through commercial banking services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496" y="4672310"/>
            <a:ext cx="10301724" cy="11399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31909" y="4886722"/>
            <a:ext cx="98729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Card Payments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631909" y="5295404"/>
            <a:ext cx="98729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Debit and credit cards for international donors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5706BC-B347-ED0C-E075-7B5CC11AFB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007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Work &amp; Enhancements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87477"/>
            <a:ext cx="3390914" cy="175706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3429" y="3157538"/>
            <a:ext cx="226808" cy="2268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3743424"/>
            <a:ext cx="2962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Mobile Apps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5881" y="4227711"/>
            <a:ext cx="29621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9896" y="2987477"/>
            <a:ext cx="3277709" cy="175706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5297" y="3157538"/>
            <a:ext cx="226808" cy="22681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734303" y="3743424"/>
            <a:ext cx="28488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Time Notification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4734303" y="4227711"/>
            <a:ext cx="284889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5112" y="2987477"/>
            <a:ext cx="3277709" cy="175706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90512" y="3157538"/>
            <a:ext cx="226808" cy="22681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479518" y="3743424"/>
            <a:ext cx="28488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QR Code Donation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8479518" y="4227711"/>
            <a:ext cx="284889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93675F-608A-9719-80B3-7EE6C93F95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9985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68526"/>
            <a:ext cx="10868745" cy="1889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system is more than just a digital platform; it is a modern solution designed to ensure speed and transparency. Through this project, we have prioritized time efficiency and accurate data management. Moving forward, the integration of a mobile application and an Emergency QR Code will take our service to the next level. We believe this project will eliminate current complexities and create a lasting, sustainable impact.</a:t>
            </a:r>
            <a:endParaRPr lang="en-US" sz="1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FC006-1774-5D35-EE6B-DEFBD8CE6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23344"/>
            <a:ext cx="384413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You!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89598"/>
            <a:ext cx="3844134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Questions &amp; Discussion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4973116" y="2646958"/>
            <a:ext cx="25399" cy="944860"/>
          </a:xfrm>
          <a:prstGeom prst="roundRect">
            <a:avLst>
              <a:gd name="adj" fmla="val 60001"/>
            </a:avLst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5256577" y="2817019"/>
            <a:ext cx="62798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 for your Kind Attention.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would be pleased to answer any questions or receive your feedback.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49BC20-39E0-F670-719E-DC18B2972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931" y="6319959"/>
            <a:ext cx="1132499" cy="4949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686</Words>
  <Application>Microsoft Office PowerPoint</Application>
  <PresentationFormat>Widescreen</PresentationFormat>
  <Paragraphs>155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Roboto</vt:lpstr>
      <vt:lpstr>Roboto Bold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Radowan Islam</cp:lastModifiedBy>
  <cp:revision>2</cp:revision>
  <dcterms:created xsi:type="dcterms:W3CDTF">2026-07-16T21:51:28Z</dcterms:created>
  <dcterms:modified xsi:type="dcterms:W3CDTF">2026-07-16T21:54:09Z</dcterms:modified>
</cp:coreProperties>
</file>